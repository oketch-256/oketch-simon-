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76EC8-4165-5FE9-AFD2-3A095DCFE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33F4E8-71E8-09D4-6810-FDD7B3E51A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E241E-DC65-9DED-3EF6-CA2F3DA3B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31C-7FDF-4AD8-AAA2-E3A5D778A449}" type="datetimeFigureOut">
              <a:rPr lang="en-UG" smtClean="0"/>
              <a:t>11/11/2025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8C17E-917C-5374-6B88-93530EC8E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94567-3209-2131-2A0D-9D31B8E0D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EEC9-E273-4B29-9988-5B7FB844BEB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685631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9467-DC09-EB8B-AE3B-3CED77B12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CD52F-DE29-7BF5-BE50-CB4762A0F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D38A3-993C-3187-4F6D-99F79A97D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31C-7FDF-4AD8-AAA2-E3A5D778A449}" type="datetimeFigureOut">
              <a:rPr lang="en-UG" smtClean="0"/>
              <a:t>11/11/2025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450FC-808F-B35A-23A0-E70EE159F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2E69E-EB34-FDF3-6BD5-1B8F939A7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EEC9-E273-4B29-9988-5B7FB844BEB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662037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D2F86-9351-2CE1-74F1-3F8C44C0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14C5C-B227-9F83-17CE-BD846B988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EFB02-0454-FB76-FEA8-02CE573FD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31C-7FDF-4AD8-AAA2-E3A5D778A449}" type="datetimeFigureOut">
              <a:rPr lang="en-UG" smtClean="0"/>
              <a:t>11/11/2025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A01D1-BC28-7BEB-C5B1-895642500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315CB-F336-AED8-344C-2B80E1A5A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EEC9-E273-4B29-9988-5B7FB844BEB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29085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64F45-815A-5010-2249-38A70C97F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566D1-114B-4558-1599-B32BEB8604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4FAC2-D6EC-A78C-02A6-2B8708DE0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5C206-F26C-2E00-D9EF-3CAB00E5A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31C-7FDF-4AD8-AAA2-E3A5D778A449}" type="datetimeFigureOut">
              <a:rPr lang="en-UG" smtClean="0"/>
              <a:t>11/11/2025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2AC62-BD1D-C3D8-E1B9-1A17149B8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5D2E0-3770-63D6-C69D-ECFABF1B5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EEC9-E273-4B29-9988-5B7FB844BEB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691369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82EC-FAB0-552B-A05B-6F557B3F5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4DBB6-2CB7-51D0-8918-6B48C2BFB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2C89E6-AF61-F346-45A2-5217BBE15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F48B6F-ACE8-51D6-3990-228CFEEC87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B62D6B-4F4C-D905-7520-4067CC3680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BB777A-804D-FC6F-CDA0-84594848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31C-7FDF-4AD8-AAA2-E3A5D778A449}" type="datetimeFigureOut">
              <a:rPr lang="en-UG" smtClean="0"/>
              <a:t>11/11/2025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F584DA-9C24-4E99-15B1-F06689DC8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079E9B-D697-E28B-1BCF-7769C86A4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EEC9-E273-4B29-9988-5B7FB844BEB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36950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9D012-DB57-CCD3-7C55-B812ED751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749F65-CC00-ADE0-F256-268D68B5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31C-7FDF-4AD8-AAA2-E3A5D778A449}" type="datetimeFigureOut">
              <a:rPr lang="en-UG" smtClean="0"/>
              <a:t>11/11/2025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5D631D-5DC8-C6A0-1B6C-0197F4D7D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CAF782-22BB-3DBB-035B-04C5462D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EEC9-E273-4B29-9988-5B7FB844BEB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76237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98B61F-B141-59B0-5A3C-497650662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31C-7FDF-4AD8-AAA2-E3A5D778A449}" type="datetimeFigureOut">
              <a:rPr lang="en-UG" smtClean="0"/>
              <a:t>11/11/2025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D84057-681D-3B92-5C6F-8ED4ACDB6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5F503-6DDC-EDEC-B397-E8DEF70E0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EEC9-E273-4B29-9988-5B7FB844BEB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423838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8971A-341D-3902-25A4-AC9A48C2F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082A4-9746-6D5A-A597-CCECF810E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9258A7-EDBF-14D5-C97F-DE8E83DD7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C3B6F-F6FB-5299-6F10-E61ECF8A0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31C-7FDF-4AD8-AAA2-E3A5D778A449}" type="datetimeFigureOut">
              <a:rPr lang="en-UG" smtClean="0"/>
              <a:t>11/11/2025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F683F-B0EB-7738-DDE4-FE268C683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1ED0F-94AD-D5A6-C6F8-1D6CD9077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EEC9-E273-4B29-9988-5B7FB844BEB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348077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BF0D-976F-D7E2-0B82-C24F7282E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E1D510-B5C4-0E75-4A3D-0ACFBD5984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E4437E-9D54-8C71-5E54-D1551A1C0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31A82-D2E6-6742-9DB1-0D494DD08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31C-7FDF-4AD8-AAA2-E3A5D778A449}" type="datetimeFigureOut">
              <a:rPr lang="en-UG" smtClean="0"/>
              <a:t>11/11/2025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85305-59C0-F8EC-9008-71CACDA71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05EC2-3C88-F37C-C887-0C69109C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EEC9-E273-4B29-9988-5B7FB844BEB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900356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E8797-05BB-570D-08FB-C8AFF53CE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9E6912-61BA-4667-B5B6-B579BA341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7724A-770B-6EAA-A6A9-72A33F20C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31C-7FDF-4AD8-AAA2-E3A5D778A449}" type="datetimeFigureOut">
              <a:rPr lang="en-UG" smtClean="0"/>
              <a:t>11/11/2025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F4CE4-3E60-D2C6-40AD-D077634A0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69F27-76D0-0CDD-766B-E902A4629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EEC9-E273-4B29-9988-5B7FB844BEB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12273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D688F3-6032-3838-5C4B-6B1F73E55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1948A-309C-A7B7-10D4-78EA3FEB7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96B11-E7B8-25D9-DE04-EEE24B34E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631C-7FDF-4AD8-AAA2-E3A5D778A449}" type="datetimeFigureOut">
              <a:rPr lang="en-UG" smtClean="0"/>
              <a:t>11/11/2025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4ADD1-C3D3-DEF0-7D48-A1A45ABE4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079ED-58CA-15A1-D902-CCC78FE01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EEC9-E273-4B29-9988-5B7FB844BEB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827737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45393F-CC02-700E-CC61-DC8CDE238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2477E-0EC7-42F9-40D8-DD66E7028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65A81-8EBE-9194-2110-588F726719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A631C-7FDF-4AD8-AAA2-E3A5D778A449}" type="datetimeFigureOut">
              <a:rPr lang="en-UG" smtClean="0"/>
              <a:t>11/11/2025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B9A5C-8437-10D5-7DFC-49A3BD49A4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4B3A9-8EC4-9854-4971-B464AA8D6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CEEC9-E273-4B29-9988-5B7FB844BEB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420773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D523A-B9DB-182B-03DE-09C53FC30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4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MATLAB GUI for Solving Numerical Methods</a:t>
            </a:r>
            <a:br>
              <a:rPr lang="en-US" sz="1000" b="1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en-US" sz="1000" dirty="0"/>
            </a:br>
            <a:endParaRPr lang="en-UG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9C422-46DE-E4E3-306D-A3CCE9372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5 ASSIGNMENT PRESENTATION</a:t>
            </a:r>
          </a:p>
          <a:p>
            <a:pPr marL="0" indent="0" algn="ctr">
              <a:buNone/>
            </a:pPr>
            <a:r>
              <a:rPr lang="en-US" sz="5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en-US" sz="5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Computer Programming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  <a:r>
              <a:rPr lang="en-US" sz="54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Mr. Maseruka Benedicto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Faculty of Engineering and Technology.</a:t>
            </a:r>
            <a:br>
              <a:rPr lang="en-US" sz="1600" dirty="0"/>
            </a:b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872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E3178-2841-95E7-1FA8-2780E3283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br>
              <a:rPr lang="en-US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PROJECT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448B3-6D3C-EB0D-25BD-5D24B53AC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</a:t>
            </a:r>
          </a:p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a GUI?</a:t>
            </a:r>
            <a:b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raphical </a:t>
            </a:r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 </a:t>
            </a:r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nterface allows users to interact with a program through visual elements like buttons and text boxes instead of typing commands.</a:t>
            </a:r>
          </a:p>
          <a:p>
            <a:pPr marL="0" indent="0" algn="l">
              <a:spcBef>
                <a:spcPts val="450"/>
              </a:spcBef>
              <a:spcAft>
                <a:spcPts val="600"/>
              </a:spcAft>
              <a:buNone/>
            </a:pPr>
            <a:r>
              <a:rPr 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MATLAB FOR GUIS?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Makes complex numerical methods accessible to users without deep programming knowledge.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built-in tools </a:t>
            </a:r>
            <a:r>
              <a:rPr lang="en-US" b="0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1" dirty="0" err="1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uicontrol</a:t>
            </a:r>
            <a:r>
              <a:rPr lang="en-US" b="0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designing interactive applications.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Excellent for data visualization and computation.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Goal</a:t>
            </a:r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develop a professional GUI that simplifies the process of solving equations using various numerical methods.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265938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AB2C9-5DFC-CAD4-DAEC-211D503C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ASSIGNMENT OBJECTIVE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A26E9-0D0F-5FC6-A4F1-5F109B2AD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Task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3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professional </a:t>
            </a:r>
            <a:r>
              <a:rPr lang="en-US" sz="33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Graphical User Interface (GUI)</a:t>
            </a:r>
            <a:r>
              <a:rPr lang="en-US" sz="33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implementing numerical methods from a previous assignment.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3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Requirements:</a:t>
            </a:r>
            <a:endParaRPr lang="en-US" sz="33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3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methods for solving linear and nonlinear equations.</a:t>
            </a:r>
          </a:p>
          <a:p>
            <a:pPr marL="0" indent="0" algn="l">
              <a:spcBef>
                <a:spcPts val="450"/>
              </a:spcBef>
              <a:spcAft>
                <a:spcPts val="600"/>
              </a:spcAft>
              <a:buNone/>
            </a:pPr>
            <a:r>
              <a:rPr lang="en-US" sz="33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input: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3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expressions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3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 guesses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3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Tolerances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3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an interactive platform to view solutions and visualizations.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3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Simplify complex problem-solving tasks.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958504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9B5AC-30AD-2EF6-35EC-F0C48CB6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NUMERICAL METHODS IMPLEMENTED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2A4E7-51B9-7007-2AFE-FDDF030E9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300" b="1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 Available in the GUI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Root-Finding &amp; ODE Methods: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Bisection Method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Newton-Raphson Method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Secant Method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Euler's Method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Runge-Kutta Method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Integral Methods: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Trapezoidal Rule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Simpson's Rule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359660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A95A5-4D87-88CF-A4EF-D9B768E0A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54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 DESIGN &amp; FEATURES (1)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7B247-C717-B0B2-B427-CC473A791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 Layout &amp; Key Components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Solver Type Selection: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Choose between </a:t>
            </a:r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(Root/ODE)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Integral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problems.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 Dropdown Menu: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Dynamically updates based on the solver type.</a:t>
            </a:r>
          </a:p>
          <a:p>
            <a:pPr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</a:pPr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Input Field: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Users can type their function </a:t>
            </a:r>
            <a:r>
              <a:rPr lang="en-US" b="0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(e.g.,</a:t>
            </a:r>
            <a:r>
              <a:rPr lang="en-US" dirty="0"/>
              <a:t> -4.9*x^2 + 15*x + 10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 Inputs:</a:t>
            </a:r>
            <a:endParaRPr lang="en-US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ts val="165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 limit (a) and Upper limit (b)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 Guess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"Run Solver" Button: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Executes the selected method.</a:t>
            </a:r>
          </a:p>
          <a:p>
            <a:pPr>
              <a:buNone/>
            </a:pPr>
            <a:br>
              <a:rPr lang="en-US" dirty="0"/>
            </a:b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438708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77707-4D0F-77CC-7798-D7414E2A5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5400" i="1" dirty="0">
                <a:solidFill>
                  <a:srgbClr val="0F1115"/>
                </a:solidFill>
                <a:effectLst/>
                <a:latin typeface="quote-cjk-patch"/>
              </a:rPr>
              <a:t>GUI DESIGN &amp; FEATURES (2)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51A5C-FE9D-4BA7-B913-1FBB99572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45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 &amp; VISUALIZATION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Visualization Panel:</a:t>
            </a:r>
            <a:endParaRPr lang="en-US" sz="36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a plot of the function and the solution.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understanding the behavior of the method.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 Text Area:</a:t>
            </a:r>
            <a:endParaRPr lang="en-US" sz="36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detailed textual results, iterations, or error messages.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a monospace font for clear readability.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Feedback:</a:t>
            </a:r>
            <a:r>
              <a:rPr lang="en-US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Provides instant results and error handling for invalid inputs.</a:t>
            </a:r>
          </a:p>
          <a:p>
            <a:pPr>
              <a:buNone/>
            </a:pPr>
            <a:br>
              <a:rPr lang="en-US" dirty="0"/>
            </a:b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459752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3D8DF-3CA9-5843-2245-FF9AC16D6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48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Structure Overview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83C73-8F6B-0E8B-BE89-D2F63B0EC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Behind the Scenes: Code Logic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Function: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NumericalMethodsGUII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creates the main window and all UI components.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Callback Functions:</a:t>
            </a:r>
            <a:endParaRPr lang="en-US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ts val="165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1" dirty="0" err="1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updateMethods</a:t>
            </a:r>
            <a:r>
              <a:rPr lang="en-US" b="0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():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Changes the list of methods based on the solver type.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1" dirty="0" err="1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runSolverCallback</a:t>
            </a:r>
            <a:r>
              <a:rPr lang="en-US" b="0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():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core function that executes when "Run Solver" is clicked.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Solver Classes:</a:t>
            </a:r>
            <a:endParaRPr lang="en-US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ts val="165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1" dirty="0" err="1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DifferentialSolver</a:t>
            </a:r>
            <a:r>
              <a:rPr lang="en-US" b="0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root-finding and ODE methods.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1" dirty="0" err="1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IntegralSolver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Handles numerical integration methods.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Steps:</a:t>
            </a:r>
            <a: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Input validation, function parsing, algorithm execution, and output display.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558617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6E325-EDF9-229C-DD9B-221248FC8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48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E8BD6-CA98-B4D6-B3E8-884BCE910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Designed &amp; Implemented</a:t>
            </a:r>
            <a:r>
              <a:rPr lang="en-US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 comprehensive MATLAB GUI for numerical methods.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Accessibility</a:t>
            </a:r>
            <a:r>
              <a:rPr lang="en-US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by providing a user-friendly platform that reduces the need for manual coding.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Effective for Education:</a:t>
            </a:r>
            <a:r>
              <a:rPr lang="en-US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interactive nature and instant visualization help deepen the understanding of complex numerical techniques.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practical application of GUI development in simplifying computational tasks in engineering and science.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77814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C38B-F084-4484-A8DD-5191F11E6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i="1" dirty="0">
                <a:solidFill>
                  <a:srgbClr val="0F1115"/>
                </a:solidFill>
                <a:effectLst/>
                <a:latin typeface="quote-cjk-patch"/>
              </a:rPr>
              <a:t>ACKNOWLEDGMENTS &amp; THANK YOU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C0F1-59B1-0415-82F9-E20EA03A4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thank </a:t>
            </a:r>
            <a:r>
              <a:rPr lang="en-US" sz="4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Almighty God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guidance.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sincere gratitude to our lecturer, </a:t>
            </a:r>
            <a:r>
              <a:rPr lang="en-US" sz="4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Mr. Maseruka Benedicto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for his invaluable mentorship and feedback.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Thanks to all </a:t>
            </a:r>
            <a:r>
              <a:rPr lang="en-US" sz="4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5 members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their collaboration, time, and constructive input.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906593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585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quote-cjk-patch</vt:lpstr>
      <vt:lpstr>Times New Roman</vt:lpstr>
      <vt:lpstr>Office Theme</vt:lpstr>
      <vt:lpstr>MATLAB GUI for Solving Numerical Methods  </vt:lpstr>
      <vt:lpstr> INTRODUCTION TO THE PROJECT </vt:lpstr>
      <vt:lpstr>ASSIGNMENT OBJECTIVE </vt:lpstr>
      <vt:lpstr>NUMERICAL METHODS IMPLEMENTED </vt:lpstr>
      <vt:lpstr>GUI DESIGN &amp; FEATURES (1) </vt:lpstr>
      <vt:lpstr>GUI DESIGN &amp; FEATURES (2) </vt:lpstr>
      <vt:lpstr>Code Structure Overview </vt:lpstr>
      <vt:lpstr> CONCLUSION </vt:lpstr>
      <vt:lpstr>ACKNOWLEDGMENTS &amp;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ENOCK</dc:creator>
  <cp:lastModifiedBy>PRUDENCE AYEBARE</cp:lastModifiedBy>
  <cp:revision>11</cp:revision>
  <dcterms:created xsi:type="dcterms:W3CDTF">2025-11-11T13:46:17Z</dcterms:created>
  <dcterms:modified xsi:type="dcterms:W3CDTF">2025-11-11T18:13:49Z</dcterms:modified>
</cp:coreProperties>
</file>