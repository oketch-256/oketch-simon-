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2AA5-EB76-5814-BB5F-B73BC80EC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EE803-8D35-299E-D1D0-4D879EC9F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D63FA-8F98-DA2F-D4C6-3FDAADA0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3E061-DAA1-A845-3D01-742366A1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A3545-E18F-4BB9-DBB6-A5C29286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1120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F307-EE95-2A20-7CC3-C7A50BBF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41AAB-3E32-31CA-3EC0-1648669D4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77E96-35BD-59F6-BBA6-9604536C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1024F-FE68-1389-36AD-62220A709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E932D-6FE0-2389-E7A2-0DE8C474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817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3078-5B36-86C7-EF5A-316F9B3C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9EC72-B216-522B-7CD7-4C11CBE70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59E5-5BF7-E4EE-B7E9-0AF929B8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AB033-7261-2766-E249-91D1A7A3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0F72D-26C5-6F1F-288E-560C88F9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072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B5E1-B9D9-A337-BA8A-04E3C60E6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5153-1C37-2201-8E5C-F14322303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63FB3-C5D1-25F5-F60A-B71CCB9E5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535D4-03BC-C487-DA5F-A6516DCE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843F3-F4C5-7E1F-A52D-9E0BBE6F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31DB2-E447-75FE-20C7-58C839E9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3664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995B-7076-0BD8-34F0-00F868E1D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7F9D7-4F6F-3A95-AE68-E24DDB36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D9AB-93BB-E8D9-022F-6402FCF3F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710E35-704D-E337-6ED4-98BBE848C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B1114-A2E6-819C-8B8D-E5C28706A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46A5E-50B4-40DF-0D73-6F17DBA4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8EB38D-2E92-9E07-1F52-21DD2025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61E48-776B-0282-FF20-14CCA7B7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06051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EF36-1F5B-80C6-104B-D28C3264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94C63-A611-3C04-E080-97E78596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38C83-CDE5-387F-A925-CF2B6E48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46961-F9DF-35DD-BFC5-DE61D94E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6300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15C29-0B17-09A5-5D3C-DC240D69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DCC28-D424-5141-CE80-0AF09719E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85410-6A33-C223-E7D1-2BDA6B42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7233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BADB-4095-2391-32D3-6214592E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1581C-AFD1-D633-AFA0-190EF510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E1CDE-AB0D-443B-66E1-5B757BE28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018C7-08AD-39A0-A53B-2A11A66A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CDFF7-20AB-9EE2-572E-26EF1689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345B1-D094-370E-9D6A-8D491C8F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8098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03CEF-F037-7448-4E85-1B069C25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925EA-F4EC-5235-23B7-B79C64BC8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4D51B-3A99-ABA1-685D-D101C90DD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348F0-EE6F-DFF3-6CEA-EBED537EA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CBC59-8A72-1F81-1137-8C783E604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3EB10-8A62-8709-3F16-FAA54D75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92037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FCEE-8A48-9D74-FC74-7C7A5E527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FE708-AAA8-8156-4C8D-7711D188E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09423-3F18-23A2-DC24-95ED5628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5164C-06D6-2A1E-06CC-8A6044CC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ABC7F-B9A8-24C6-8D45-C92E89FB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1642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8BB21-DA7E-2BD6-38CD-84A59E712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3C39C-7820-304B-4466-F06BDFC87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1B201-6225-7D63-5A20-B59306C8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F431F-7DA1-B1F4-8CE1-B3CA623B1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8E1F2-BF92-90F6-B1B5-2BE36975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581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68D3CA-FE89-C7DD-8620-4633A8B21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9AA71-0C09-5597-916D-4956D2641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EDDC1-5616-E580-08E0-E03548846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C3E30-A2C5-4CFB-B416-137F424D635C}" type="datetimeFigureOut">
              <a:rPr lang="en-UG" smtClean="0"/>
              <a:t>01/10/2025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D0C4B-D42E-57F1-A071-F9A9A9842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D1236-F42C-DF6B-7D41-21B792344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99878-92DC-4FDD-9488-A40A766686B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5963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257E-A0D7-F9DB-9914-511ACD9B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+mn-lt"/>
                <a:cs typeface="Times New Roman" panose="02020603050405020304" pitchFamily="18" charset="0"/>
              </a:rPr>
              <a:t>A REPORT ONMATLAB ASSIGNMENT THREE</a:t>
            </a:r>
            <a:endParaRPr lang="en-UG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16D2E-4F8B-7744-10FE-337CE3F91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Methods for Engineering Applications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Group 5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Computer Programming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 Mr. Maseruka Benedicto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October, 2025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589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AA05-7673-1D5D-68C0-BE277FE3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GROUP MEMBERS </a:t>
            </a:r>
            <a:endParaRPr lang="en-U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B0A38A-A65F-4710-D6D6-0556DE67D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3060990"/>
              </p:ext>
            </p:extLst>
          </p:nvPr>
        </p:nvGraphicFramePr>
        <p:xfrm>
          <a:off x="838200" y="1825625"/>
          <a:ext cx="10515597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233013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954560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53492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NO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03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Kemigisa Tasha Caroline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BU/UG/2024/5056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AMI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158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Ayebare Prudence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BU/UP/2024/1022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95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Kenyi Moses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BU/UP/2024/5344</a:t>
                      </a:r>
                      <a:endParaRPr kumimoji="0" lang="en-UG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MEB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841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Zzimbe</a:t>
                      </a:r>
                      <a:r>
                        <a:rPr lang="en-US" dirty="0"/>
                        <a:t> Enock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BU/UP/2024/4455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9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Oketch Simon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BU/UP/2024/0841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AMI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42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Nakyagaba</a:t>
                      </a:r>
                      <a:r>
                        <a:rPr lang="en-US" dirty="0"/>
                        <a:t> Barbra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BU/UP/2024/4328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005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Kabugiri</a:t>
                      </a:r>
                      <a:r>
                        <a:rPr lang="en-US" dirty="0"/>
                        <a:t> Pearl Flavia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BU/UP/2024/4450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418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Omali</a:t>
                      </a:r>
                      <a:r>
                        <a:rPr lang="en-US" dirty="0"/>
                        <a:t> Emmanuel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BU/UP/2024/1062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152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Oyugi Andrew Linus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BU/UP/2024/1068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64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Kagogya</a:t>
                      </a:r>
                      <a:r>
                        <a:rPr lang="en-US" dirty="0"/>
                        <a:t> Ann </a:t>
                      </a:r>
                      <a:r>
                        <a:rPr lang="en-US" dirty="0" err="1"/>
                        <a:t>Lauriene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BU/UP/2024/0996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PTI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276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32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F36F-560A-6F94-1042-A80B6A8A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OVERIEW AND OBJECTIVES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11EA2-7696-CB7B-C0C8-C867E8F3E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 Utilize knowledge of algorithms and control structures to solve numerical problems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 tasks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numerical methods for finding roots of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numerical methods for solving differential equations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these methods to practical, real-world problems.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Requirement: Compare at least two different methods on similar problems, analyzing both solution accuracy and computation time.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65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CA27-AB75-CB1A-D9E7-C71AC6CD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REAL-WORLD PROBLEMS ADDRESSED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3C316-488C-BC66-28D4-C3E2E2AFD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1: Projectile Motion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Find a projectile hits the ground.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Equation: h(t) = -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4.9t</a:t>
            </a:r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squared + 15t + 10 = 0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-4.9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Half gravitational acceleration (g/2)</a:t>
            </a:r>
          </a:p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initial velocity (m/s)</a:t>
            </a:r>
          </a:p>
          <a:p>
            <a:r>
              <a:rPr lang="en-US" sz="3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initial height (m)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74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E94D-76C8-0039-C581-BF95FF37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IDEAS GAS VOLUME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A2DA1-0EEC-32E9-6D6C-E51E3671F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96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Find the molar volume where pressure approaches zero (van der Waals approximation).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Equation: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f(v) = v cubic – 0.165v squared + 0.000136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Models gas behavior under extreme conditions in thermodynamics.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64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5236-130E-2155-1CDB-23F74CE5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METHODS USED – ROOT FINDING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4AA17-3BD6-652A-7397-2AA33904A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compared two numerical methods for finding roots.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Bisection 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Uses interval halving. Requires two points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[a, b]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f(a)*f(b) &lt; 0.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Guaranteed to converge, simple and robust.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Slow (linear convergence)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Newton-Raphson 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Uses function derivative to find tangents and converge to the root.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Very fast (quadratic convergence).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12216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A4B6-9A8B-68A1-A7D0-6330E449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BISECTION METHOD- RESULTS AND ANALYSIS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D98D-C3F6-CE99-4B64-90D8B9D8E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Projectile Problems: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3.624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error: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1e-5meters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volume Problem: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 = 0.15967 squared/mol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error: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6.59e-8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observation: Reliable and consistent convergence for both problems, as theoretically excepted.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3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F5CF-6121-1997-C4E2-B0C952A1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NEWTON-RAPHSON METHOD- RESULTS AND ANALYSIS.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CA847-AD93-1F77-336E-3D485BBAE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Projectile motion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3.624 seconds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Iterations: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error: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1.0e- 12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volume problem: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0.15967m squared/mol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error: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2.81e- 10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Observation: significantly faster convergence than the Bisection Method, with much higher accuracy in fewer iterations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68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6D92-635F-3920-0E07-11981755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USED- SOLVING DIFFERENTIAL EQUATIONS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38692-992C-97C4-F248-D06132442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compared two numerical methods for solving ODE’s: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Euler’s 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First order method, uses slope at the current point to estimate the next.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Simple to understand and implement.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less accurate, can be unstable for larger step sizes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Runge-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order)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Principle: Uses a weighed average of four slopes within each step.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Much more accurate and stable than Euler’s method.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Computationally more expensive per step. </a:t>
            </a:r>
            <a:endParaRPr lang="en-U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93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1513-321A-DE40-44FA-71C1C529F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EULER’S METHOD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A4D3-AFD1-731E-985F-9623E46A6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1: car suspension system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Spring-Mass-Damper: my + cy +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 m=1000kg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k=2000 N/m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Damper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c=2000 N.s/m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Simulated the oscillatory response to bump, calculating maximum displacement and settling time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2: Free Fall with Air Resistance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Newton’s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Law with drag force.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Mass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m=8okg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Drag Coefficient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c=0.24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Simulated descent from 3000m, calculating impact velocity and time to ground.</a:t>
            </a:r>
          </a:p>
          <a:p>
            <a:pPr marL="0" indent="0">
              <a:buNone/>
            </a:pP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75552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8E0A-83EB-D014-335E-E3A4413F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RUNGE-KUTTA METHOD APPLICATIONS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D3888-B57A-47FD-6310-C385459AB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1: Projectile Motion with Drag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2D motion with air resistance.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launch at 45 degrees,v0=50 m/s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height: 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63.63 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254.46 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Time: 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7.21 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2: Car Suspension System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Same Spring-Mass-Damper system as with Euler’s method.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compare the accuracy and stability with the Euler’s solution</a:t>
            </a:r>
          </a:p>
          <a:p>
            <a:endParaRPr lang="en-US" sz="2400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975175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13BA-89A3-1959-C97F-6010F8A2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4965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COMPARATIVE ANALYSIS AND KEY FINDINGS</a:t>
            </a:r>
            <a:br>
              <a:rPr lang="en-US" dirty="0"/>
            </a:br>
            <a:endParaRPr lang="en-U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94AD29-89A3-568F-33DC-D43453058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207598"/>
              </p:ext>
            </p:extLst>
          </p:nvPr>
        </p:nvGraphicFramePr>
        <p:xfrm>
          <a:off x="838200" y="1563329"/>
          <a:ext cx="10515600" cy="4070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437834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199456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753340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60757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9852004"/>
                    </a:ext>
                  </a:extLst>
                </a:gridCol>
              </a:tblGrid>
              <a:tr h="508819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Speed/convergence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Stability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for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72351"/>
                  </a:ext>
                </a:extLst>
              </a:tr>
              <a:tr h="890434">
                <a:tc>
                  <a:txBody>
                    <a:bodyPr/>
                    <a:lstStyle/>
                    <a:p>
                      <a:r>
                        <a:rPr lang="en-US" dirty="0"/>
                        <a:t>Bisection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Slow(Linear)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Robust, simple starts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204515"/>
                  </a:ext>
                </a:extLst>
              </a:tr>
              <a:tr h="890434">
                <a:tc>
                  <a:txBody>
                    <a:bodyPr/>
                    <a:lstStyle/>
                    <a:p>
                      <a:r>
                        <a:rPr lang="en-US" dirty="0"/>
                        <a:t>Newton Raphson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fast (Quadratic)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derivative is available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725690"/>
                  </a:ext>
                </a:extLst>
              </a:tr>
              <a:tr h="890434">
                <a:tc>
                  <a:txBody>
                    <a:bodyPr/>
                    <a:lstStyle/>
                    <a:p>
                      <a:r>
                        <a:rPr lang="en-US" dirty="0"/>
                        <a:t>Euler’s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 per step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Quick, simple estimates 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72345"/>
                  </a:ext>
                </a:extLst>
              </a:tr>
              <a:tr h="890434">
                <a:tc>
                  <a:txBody>
                    <a:bodyPr/>
                    <a:lstStyle/>
                    <a:p>
                      <a:r>
                        <a:rPr lang="en-US" dirty="0"/>
                        <a:t>Runge-</a:t>
                      </a:r>
                      <a:r>
                        <a:rPr lang="en-US" dirty="0" err="1"/>
                        <a:t>kutta</a:t>
                      </a:r>
                      <a:r>
                        <a:rPr lang="en-US" dirty="0"/>
                        <a:t> 4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Slower per step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Accurate simulations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814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83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A39A-D963-480E-3C2C-B07601CB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 AND LEARNING OUTCOMES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CF516-A3F4-9092-2B2B-408FFB797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mathematical algorithms into efficient MATLAB code.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logical errors in loops and conditional statements.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results from different methods were consistent and valid.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understanding of numerical methods.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algorithm development and MATLAB programming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in comparing  computational techniques.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collaborative problem-solving and teamwork.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50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B18D-8A25-92C7-8D1B-FD5CAA5D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AA712-A3E7-6E58-B5B8-27AF4C28F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and compared multiple numerical methods (Bisection, Newton-Raphson,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Euler,Runge-Kutta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MATLAB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applied these methods to solve realistic engineering problems from projectile dynamics to thermodynamic systems.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demonstrated that there is no single “best” method; the optimal choice depends on the specific problem requirements foe speed, accuracy, and stability.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assignment was a valuable exercise in computational thinking ,coding, and collaborative work </a:t>
            </a:r>
            <a:endParaRPr lang="en-U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27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962</Words>
  <Application>Microsoft Office PowerPoint</Application>
  <PresentationFormat>Widescreen</PresentationFormat>
  <Paragraphs>158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A REPORT ONMATLAB ASSIGNMENT THREE</vt:lpstr>
      <vt:lpstr>GROUP MEMBERS </vt:lpstr>
      <vt:lpstr>PROJECT OVERIEW AND OBJECTIVES</vt:lpstr>
      <vt:lpstr>REAL-WORLD PROBLEMS ADDRESSED</vt:lpstr>
      <vt:lpstr>IDEAS GAS VOLUME</vt:lpstr>
      <vt:lpstr>METHODS USED – ROOT FINDING</vt:lpstr>
      <vt:lpstr>BISECTION METHOD- RESULTS AND ANALYSIS</vt:lpstr>
      <vt:lpstr>NEWTON-RAPHSON METHOD- RESULTS AND ANALYSIS.</vt:lpstr>
      <vt:lpstr>METHODS USED- SOLVING DIFFERENTIAL EQUATIONS</vt:lpstr>
      <vt:lpstr>EULER’S METHOD </vt:lpstr>
      <vt:lpstr>RUNGE-KUTTA METHOD APPLICATIONS </vt:lpstr>
      <vt:lpstr>COMPARATIVE ANALYSIS AND KEY FINDINGS </vt:lpstr>
      <vt:lpstr>CHALLENGES AND LEARNING OUTCOMES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ENOCK</dc:creator>
  <cp:lastModifiedBy>ENOCK</cp:lastModifiedBy>
  <cp:revision>5</cp:revision>
  <dcterms:created xsi:type="dcterms:W3CDTF">2025-10-01T02:38:36Z</dcterms:created>
  <dcterms:modified xsi:type="dcterms:W3CDTF">2025-10-01T04:09:16Z</dcterms:modified>
</cp:coreProperties>
</file>