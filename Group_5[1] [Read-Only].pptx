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sldIdLst>
    <p:sldId id="257" r:id="rId2"/>
    <p:sldId id="258" r:id="rId3"/>
    <p:sldId id="259" r:id="rId4"/>
    <p:sldId id="260" r:id="rId5"/>
    <p:sldId id="270" r:id="rId6"/>
    <p:sldId id="261" r:id="rId7"/>
    <p:sldId id="262" r:id="rId8"/>
    <p:sldId id="271" r:id="rId9"/>
    <p:sldId id="272" r:id="rId10"/>
    <p:sldId id="263" r:id="rId11"/>
    <p:sldId id="273" r:id="rId12"/>
    <p:sldId id="264" r:id="rId13"/>
    <p:sldId id="265" r:id="rId14"/>
    <p:sldId id="266" r:id="rId15"/>
    <p:sldId id="274" r:id="rId16"/>
    <p:sldId id="267" r:id="rId17"/>
    <p:sldId id="275" r:id="rId18"/>
    <p:sldId id="268" r:id="rId19"/>
    <p:sldId id="26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43B66-7C86-475E-A371-D3CC9A84C7B4}" type="datetimeFigureOut">
              <a:rPr lang="en-UG" smtClean="0"/>
              <a:t>23/09/2025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5D02A-0125-46DE-B456-55AF998F520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94549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43B66-7C86-475E-A371-D3CC9A84C7B4}" type="datetimeFigureOut">
              <a:rPr lang="en-UG" smtClean="0"/>
              <a:t>23/09/2025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5D02A-0125-46DE-B456-55AF998F520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102108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43B66-7C86-475E-A371-D3CC9A84C7B4}" type="datetimeFigureOut">
              <a:rPr lang="en-UG" smtClean="0"/>
              <a:t>23/09/2025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5D02A-0125-46DE-B456-55AF998F520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660961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43B66-7C86-475E-A371-D3CC9A84C7B4}" type="datetimeFigureOut">
              <a:rPr lang="en-UG" smtClean="0"/>
              <a:t>23/09/2025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5D02A-0125-46DE-B456-55AF998F520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825493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43B66-7C86-475E-A371-D3CC9A84C7B4}" type="datetimeFigureOut">
              <a:rPr lang="en-UG" smtClean="0"/>
              <a:t>23/09/2025</a:t>
            </a:fld>
            <a:endParaRPr lang="en-U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5D02A-0125-46DE-B456-55AF998F520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865684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43B66-7C86-475E-A371-D3CC9A84C7B4}" type="datetimeFigureOut">
              <a:rPr lang="en-UG" smtClean="0"/>
              <a:t>23/09/2025</a:t>
            </a:fld>
            <a:endParaRPr lang="en-U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5D02A-0125-46DE-B456-55AF998F520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322137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43B66-7C86-475E-A371-D3CC9A84C7B4}" type="datetimeFigureOut">
              <a:rPr lang="en-UG" smtClean="0"/>
              <a:t>23/09/2025</a:t>
            </a:fld>
            <a:endParaRPr lang="en-U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5D02A-0125-46DE-B456-55AF998F520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516926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43B66-7C86-475E-A371-D3CC9A84C7B4}" type="datetimeFigureOut">
              <a:rPr lang="en-UG" smtClean="0"/>
              <a:t>23/09/2025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5D02A-0125-46DE-B456-55AF998F520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534150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43B66-7C86-475E-A371-D3CC9A84C7B4}" type="datetimeFigureOut">
              <a:rPr lang="en-UG" smtClean="0"/>
              <a:t>23/09/2025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5D02A-0125-46DE-B456-55AF998F520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202149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43B66-7C86-475E-A371-D3CC9A84C7B4}" type="datetimeFigureOut">
              <a:rPr lang="en-UG" smtClean="0"/>
              <a:t>23/09/2025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5D02A-0125-46DE-B456-55AF998F520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515685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43B66-7C86-475E-A371-D3CC9A84C7B4}" type="datetimeFigureOut">
              <a:rPr lang="en-UG" smtClean="0"/>
              <a:t>23/09/2025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5D02A-0125-46DE-B456-55AF998F520E}" type="slidenum">
              <a:rPr lang="en-UG" smtClean="0"/>
              <a:t>‹#›</a:t>
            </a:fld>
            <a:endParaRPr lang="en-UG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7230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43B66-7C86-475E-A371-D3CC9A84C7B4}" type="datetimeFigureOut">
              <a:rPr lang="en-UG" smtClean="0"/>
              <a:t>23/09/2025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5D02A-0125-46DE-B456-55AF998F520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126464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43B66-7C86-475E-A371-D3CC9A84C7B4}" type="datetimeFigureOut">
              <a:rPr lang="en-UG" smtClean="0"/>
              <a:t>23/09/2025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5D02A-0125-46DE-B456-55AF998F520E}" type="slidenum">
              <a:rPr lang="en-UG" smtClean="0"/>
              <a:t>‹#›</a:t>
            </a:fld>
            <a:endParaRPr lang="en-UG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049697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43B66-7C86-475E-A371-D3CC9A84C7B4}" type="datetimeFigureOut">
              <a:rPr lang="en-UG" smtClean="0"/>
              <a:t>23/09/2025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5D02A-0125-46DE-B456-55AF998F520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830063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43B66-7C86-475E-A371-D3CC9A84C7B4}" type="datetimeFigureOut">
              <a:rPr lang="en-UG" smtClean="0"/>
              <a:t>23/09/2025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5D02A-0125-46DE-B456-55AF998F520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3128726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43B66-7C86-475E-A371-D3CC9A84C7B4}" type="datetimeFigureOut">
              <a:rPr lang="en-UG" smtClean="0"/>
              <a:t>23/09/2025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5D02A-0125-46DE-B456-55AF998F520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91135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F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D43B66-7C86-475E-A371-D3CC9A84C7B4}" type="datetimeFigureOut">
              <a:rPr lang="en-UG" smtClean="0"/>
              <a:t>23/09/2025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B15D02A-0125-46DE-B456-55AF998F520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03430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3C632-A97D-6171-F5F2-8F721AF18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493172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ENGINEERING</a:t>
            </a:r>
            <a:br>
              <a:rPr lang="en-US" dirty="0"/>
            </a:b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4DBC9-490E-7D23-0666-41EAF7373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7510"/>
            <a:ext cx="10515600" cy="3979453"/>
          </a:xfrm>
        </p:spPr>
        <p:txBody>
          <a:bodyPr/>
          <a:lstStyle/>
          <a:p>
            <a:pPr marL="0" indent="0">
              <a:buNone/>
            </a:pPr>
            <a:r>
              <a:rPr lang="en-US" sz="4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MATLAB ASSIGNMENT ONE AND TWO GROUP 5 PRESENTATION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To: Maseruka Benedicto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 Computer Programming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of submission: 23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September, 2025.</a:t>
            </a:r>
            <a:endParaRPr lang="en-UG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723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0A908-88B2-BA01-E36E-54E16349F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 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E9805-ADE2-2A8C-2137-F28A0D908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Group 5 Members</a:t>
            </a:r>
          </a:p>
          <a:p>
            <a:pPr marL="0" indent="0">
              <a:buNone/>
            </a:pPr>
            <a:endParaRPr lang="en-U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95F3F2-D4D1-C779-CC75-DD592BE90C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400416"/>
              </p:ext>
            </p:extLst>
          </p:nvPr>
        </p:nvGraphicFramePr>
        <p:xfrm>
          <a:off x="2227006" y="1890743"/>
          <a:ext cx="7846149" cy="475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5383">
                  <a:extLst>
                    <a:ext uri="{9D8B030D-6E8A-4147-A177-3AD203B41FA5}">
                      <a16:colId xmlns:a16="http://schemas.microsoft.com/office/drawing/2014/main" val="3849989327"/>
                    </a:ext>
                  </a:extLst>
                </a:gridCol>
                <a:gridCol w="2615383">
                  <a:extLst>
                    <a:ext uri="{9D8B030D-6E8A-4147-A177-3AD203B41FA5}">
                      <a16:colId xmlns:a16="http://schemas.microsoft.com/office/drawing/2014/main" val="912455416"/>
                    </a:ext>
                  </a:extLst>
                </a:gridCol>
                <a:gridCol w="2615383">
                  <a:extLst>
                    <a:ext uri="{9D8B030D-6E8A-4147-A177-3AD203B41FA5}">
                      <a16:colId xmlns:a16="http://schemas.microsoft.com/office/drawing/2014/main" val="2823783455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lang="en-US" sz="1900" dirty="0"/>
                        <a:t>Name </a:t>
                      </a:r>
                      <a:endParaRPr lang="en-U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Registration Number </a:t>
                      </a:r>
                      <a:endParaRPr lang="en-U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Course</a:t>
                      </a:r>
                      <a:endParaRPr lang="en-UG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41376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sz="1900" dirty="0"/>
                        <a:t>Kemigisha Tasha Caroline</a:t>
                      </a:r>
                      <a:endParaRPr lang="en-U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BU/UG/2024/5056</a:t>
                      </a:r>
                      <a:endParaRPr lang="en-U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AMI</a:t>
                      </a:r>
                      <a:endParaRPr lang="en-UG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66467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900" dirty="0"/>
                        <a:t>Ayebare Prudence</a:t>
                      </a:r>
                      <a:endParaRPr lang="en-U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BU/UP/2024/1022</a:t>
                      </a:r>
                      <a:endParaRPr lang="en-U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WAR</a:t>
                      </a:r>
                      <a:endParaRPr lang="en-UG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004189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900" dirty="0"/>
                        <a:t>Kenyi Moses</a:t>
                      </a:r>
                      <a:endParaRPr lang="en-U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BU/UP/2024/5344</a:t>
                      </a:r>
                      <a:endParaRPr lang="en-U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MEB</a:t>
                      </a:r>
                      <a:endParaRPr lang="en-UG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825984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900" dirty="0" err="1"/>
                        <a:t>Zzimbe</a:t>
                      </a:r>
                      <a:r>
                        <a:rPr lang="en-US" sz="1900" dirty="0"/>
                        <a:t> Enock</a:t>
                      </a:r>
                      <a:endParaRPr lang="en-U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BU/UP/2024/4455</a:t>
                      </a:r>
                      <a:endParaRPr lang="en-U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WAR</a:t>
                      </a:r>
                      <a:endParaRPr lang="en-UG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9562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900" dirty="0"/>
                        <a:t>Oketch Simon</a:t>
                      </a:r>
                      <a:endParaRPr lang="en-U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BU/UP/2024/0841</a:t>
                      </a:r>
                      <a:endParaRPr lang="en-U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AMI</a:t>
                      </a:r>
                      <a:endParaRPr lang="en-UG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61771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900" dirty="0" err="1"/>
                        <a:t>Nakyagaba</a:t>
                      </a:r>
                      <a:r>
                        <a:rPr lang="en-US" sz="1900" dirty="0"/>
                        <a:t> Barbra</a:t>
                      </a:r>
                      <a:endParaRPr lang="en-U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BU/UP/2024/4328</a:t>
                      </a:r>
                      <a:endParaRPr lang="en-U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APE</a:t>
                      </a:r>
                      <a:endParaRPr lang="en-UG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585119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900" dirty="0" err="1"/>
                        <a:t>Kabugiri</a:t>
                      </a:r>
                      <a:r>
                        <a:rPr lang="en-US" sz="1900" dirty="0"/>
                        <a:t> Pearl Flavia</a:t>
                      </a:r>
                      <a:endParaRPr lang="en-U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BU/UP/2024/4450</a:t>
                      </a:r>
                      <a:endParaRPr lang="en-U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WAR</a:t>
                      </a:r>
                      <a:endParaRPr lang="en-UG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228376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900" dirty="0" err="1"/>
                        <a:t>Omali</a:t>
                      </a:r>
                      <a:r>
                        <a:rPr lang="en-US" sz="1900" dirty="0"/>
                        <a:t> Emmanuel </a:t>
                      </a:r>
                      <a:endParaRPr lang="en-U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BU/UP/2024/1O62</a:t>
                      </a:r>
                      <a:endParaRPr lang="en-U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WAR</a:t>
                      </a:r>
                      <a:endParaRPr lang="en-UG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767707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900" dirty="0"/>
                        <a:t>Oyugi Andrew Linus</a:t>
                      </a:r>
                      <a:endParaRPr lang="en-U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BU/UP/2024/1068</a:t>
                      </a:r>
                      <a:endParaRPr lang="en-U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WAR</a:t>
                      </a:r>
                      <a:endParaRPr lang="en-UG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328198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sz="1900" dirty="0"/>
                        <a:t>Kagoya Ann </a:t>
                      </a:r>
                      <a:r>
                        <a:rPr lang="en-US" sz="1900" dirty="0" err="1"/>
                        <a:t>Lauriene</a:t>
                      </a:r>
                      <a:endParaRPr lang="en-U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BU/UP/2024/0996</a:t>
                      </a:r>
                      <a:endParaRPr lang="en-U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PTI</a:t>
                      </a:r>
                      <a:endParaRPr lang="en-UG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787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7469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BFB0B-21A7-C85C-164E-317C91ED2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project overview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7F694-35B7-A8F1-5649-6E5B64699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To demonstrate the application of MATLAB programming concepts from module 1 to 4.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work: Collaborated in the university library to discuss, research, and develop solutions.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1: Data handling, structuring, and visualization from a real-world dataset (Life Expectancy)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2: Data collection, storage, and statistical analysis of group member attributes.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995320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0196A-B655-7677-9E9E-507B07239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ASSIGNEMNT ONE-OBJECTIVES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5B27C-24A3-A68C-0D96-07A76EF37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1: DATA ANAYSIS AND VISUALIZATION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A: Data Handling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a unique Excel dataset from Kaggle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data into MATLAB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data into tables and structural arrays by year.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each year’s data to separate sheet in a new Excel file.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B: Data Visualization.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various plots to show patterns, trends, and relationships.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all plots are well-labelled and saved as image files. 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54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4994-9044-9405-1636-C60F56048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ANAYSIS AND VISUALIZATION</a:t>
            </a:r>
            <a:endParaRPr lang="en-U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B061FE-C214-FB7F-3769-0B9074A7F7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690689"/>
            <a:ext cx="10164097" cy="4309928"/>
          </a:xfrm>
        </p:spPr>
      </p:pic>
    </p:spTree>
    <p:extLst>
      <p:ext uri="{BB962C8B-B14F-4D97-AF65-F5344CB8AC3E}">
        <p14:creationId xmlns:p14="http://schemas.microsoft.com/office/powerpoint/2010/main" val="294666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5F1D8-0747-AB01-0C77-7369797B1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1- METHODOLOGY AND CODE SNAPSHOT (Part A).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E5DA1-3EDC-605C-6976-2E7FD27E4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 (PART A)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1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readtable(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import the Excel data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Employed a </a:t>
            </a:r>
            <a:r>
              <a:rPr lang="en-US" sz="1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 to iterate through unique years.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structural array </a:t>
            </a:r>
            <a:r>
              <a:rPr lang="en-US" sz="1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(struct)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data for each year dynamically.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writetable( ) to output each year’s data to separate sheet.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Snippet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data_set = readtable(‘life.xlsx’);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Years = unique(data_set.Year);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I = 1:length(years)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yearly_data = data_set(data_set.Year == years(</a:t>
            </a:r>
            <a:r>
              <a:rPr lang="en-US" sz="1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:);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Writetable(yearly_data, ‘output.xlsx’, ‘sheet’ , num2str(years(</a:t>
            </a:r>
            <a:r>
              <a:rPr lang="en-US" sz="1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§"/>
            </a:pPr>
            <a:endParaRPr lang="en-US" sz="1800" dirty="0"/>
          </a:p>
          <a:p>
            <a:pPr>
              <a:buFont typeface="Wingdings" panose="05000000000000000000" pitchFamily="2" charset="2"/>
              <a:buChar char="§"/>
            </a:pP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060806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1AD92-C6B4-CF7C-905A-3CE7FD81E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1- KEY VISUALIZATION PART(B</a:t>
            </a:r>
            <a:r>
              <a:rPr lang="en-US" dirty="0"/>
              <a:t>)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B52B7-5DF9-5FE8-85E6-063859A39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CREATED.</a:t>
            </a:r>
          </a:p>
          <a:p>
            <a:pPr marL="514338" indent="-514338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plot: Population of East African Countries (2010)</a:t>
            </a:r>
          </a:p>
          <a:p>
            <a:pPr marL="514338" indent="-514338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Chart: Population of East African Countries (2014)</a:t>
            </a:r>
          </a:p>
          <a:p>
            <a:pPr marL="514338" indent="-514338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chart: Alcohol consumption in East Africa (2008)</a:t>
            </a:r>
          </a:p>
          <a:p>
            <a:pPr marL="514338" indent="-514338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Heatmap: Relationships between variables like Life Expectancy, GDP, etc. (2012)</a:t>
            </a:r>
          </a:p>
          <a:p>
            <a:pPr marL="514338" indent="-514338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Scatter Plot: Life Expectancy vs. GDP and alcohol Consumption (2003)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697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F2A90-326A-EA3B-6D9D-DF5133DD2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VISUALIZATION PART(B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Pie chart showing alcohol consumption</a:t>
            </a:r>
            <a:endParaRPr lang="en-U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1BCCAA-4D16-976C-2418-50EF620EED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41" y="2001972"/>
            <a:ext cx="8554063" cy="3998645"/>
          </a:xfrm>
        </p:spPr>
      </p:pic>
    </p:spTree>
    <p:extLst>
      <p:ext uri="{BB962C8B-B14F-4D97-AF65-F5344CB8AC3E}">
        <p14:creationId xmlns:p14="http://schemas.microsoft.com/office/powerpoint/2010/main" val="1517199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C95D9-6E93-977B-FCD7-B33A76246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460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VISUALIZATION PART(B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Diagram representation of the 3D scatter plots</a:t>
            </a:r>
            <a:endParaRPr lang="en-UG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ADE7D93-541E-D408-47E5-564F332D1C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408" y="2160588"/>
            <a:ext cx="5177222" cy="3881437"/>
          </a:xfrm>
        </p:spPr>
      </p:pic>
    </p:spTree>
    <p:extLst>
      <p:ext uri="{BB962C8B-B14F-4D97-AF65-F5344CB8AC3E}">
        <p14:creationId xmlns:p14="http://schemas.microsoft.com/office/powerpoint/2010/main" val="3490487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CA40D-75C8-83DC-CA33-2342AAC4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RESULTS (IMAGES)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26018-2C67-4590-2FBE-02DA82AD7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VISUALIZATIONS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(insert the generated images here side-by side or one by one)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Image1: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life_expectancy_vs_gdp_2010.png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Image2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EastAfrica_Population_2014.png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Image3: </a:t>
            </a: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HeatMap_2012.png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heatmap allowed us to quickly identify strong correlations between health and economic factors 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817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108C9-4E96-C018-E2DF-718D3EF90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VISUALIZATIONS(IMAGES)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01EEE4-1581-A065-F289-B98C111B5A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408" y="2160588"/>
            <a:ext cx="5177222" cy="3881437"/>
          </a:xfrm>
        </p:spPr>
      </p:pic>
    </p:spTree>
    <p:extLst>
      <p:ext uri="{BB962C8B-B14F-4D97-AF65-F5344CB8AC3E}">
        <p14:creationId xmlns:p14="http://schemas.microsoft.com/office/powerpoint/2010/main" val="1504436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3C0A0-6BCD-A5C7-1BC4-2AFAC6F15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2- OBJECTIVES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3863A-2BE5-527E-60B7-1D352D767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DATA ANALYSIS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A: Data Storage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MATLAB code to store each member’s attributes into a single variable.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the variable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B: Statistical Description and Visualization.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statistical methods to describe the collected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the different attributes to understand the group’s composition.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020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E3C4E-D351-AD9B-3C99-222CA5E0B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2-METHODOLOGY AND CODE SNAPSHOT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8142-C88E-0F44-0314-D0640A17E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(PART 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 structural array</a:t>
            </a: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(struct)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each member’s information as a record.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 stored: Name, District, Age, Course, Village, Tribe, Religion, Interest, Facial Representation.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snippet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 = struct(‘Name’, { }, ‘HomeDistrict’ , { },  ‘Age’, { }, …);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Members(1).Name = ‘KemigisaTasha’;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Members(1).HomeDistrict = ‘Kampala’;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Members(1).Age = 19;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%... Continued for all members.</a:t>
            </a:r>
          </a:p>
          <a:p>
            <a:pPr marL="0" indent="0">
              <a:buNone/>
            </a:pPr>
            <a:endParaRPr lang="en-US" dirty="0"/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975326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6CA20-902A-B90A-9A6C-BF2917009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CREATED (PART B)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55528-4BE5-BA29-409F-D14E09A8C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38" indent="-514338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Histogram: Age distribution of group members.</a:t>
            </a:r>
          </a:p>
          <a:p>
            <a:pPr marL="514338" indent="-514338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charts: Distribution of interests and religions</a:t>
            </a:r>
          </a:p>
          <a:p>
            <a:pPr marL="514338" indent="-514338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chart: Distribution of tribes within the group </a:t>
            </a:r>
          </a:p>
          <a:p>
            <a:pPr marL="514338" indent="-514338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Bar Plots: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Tribe vs Interests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Tribe vs. Religion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Box Plot: District vs. Age comparison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388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90D45-F03A-DCAB-EBA2-E688A3224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CREATED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 representation</a:t>
            </a:r>
            <a:endParaRPr lang="en-U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82BA99-BB74-D626-47C1-2FA72E2F7E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828" y="2031468"/>
            <a:ext cx="8937521" cy="3998645"/>
          </a:xfrm>
        </p:spPr>
      </p:pic>
    </p:spTree>
    <p:extLst>
      <p:ext uri="{BB962C8B-B14F-4D97-AF65-F5344CB8AC3E}">
        <p14:creationId xmlns:p14="http://schemas.microsoft.com/office/powerpoint/2010/main" val="2421896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68CF-55D6-83D2-C93D-70E0883CC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RESULTS (charts)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C7D78-E276-613D-A48F-2BDE6234D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VISUALIZATION.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1: Age Distribution Histogram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2: Interests Bar Chart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3: Tribe Distribution Pie Chart.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visualizations provide a clear demographic and interest profile of Group 5, showing diversity in age, tribe, and interests.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343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5C366-FC62-BB00-0E63-2AA1F1F11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RESULTS (charts)</a:t>
            </a:r>
            <a:endParaRPr lang="en-U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D033F6-E064-9AF8-220D-BB7D4E6C1C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408" y="2160588"/>
            <a:ext cx="5177222" cy="3881437"/>
          </a:xfrm>
        </p:spPr>
      </p:pic>
    </p:spTree>
    <p:extLst>
      <p:ext uri="{BB962C8B-B14F-4D97-AF65-F5344CB8AC3E}">
        <p14:creationId xmlns:p14="http://schemas.microsoft.com/office/powerpoint/2010/main" val="2347420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C4D56-D92B-AFB7-B132-DE23BF4C6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SND LESSONS LEARNED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F3003-CBC8-8E53-C28C-D16CC51BC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Coordinating schedules for group meetings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consistent data format (e.g., converting strings to numbers).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file paths for reading/writing data.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Lessons learned: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Strengthened understanding of data structures in MATLAB (tables, structs)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skills in data visualization and plot customization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teamwork and collaborative problem-solving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447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E98BE-3079-7F35-8F9D-6937F292E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06FBE-0AAB-1398-C91B-C0EEDAB80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applied MATLAB programming concepts to solve two distinct problems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assignments were successfully completed, applying knowledge from Modules 1 to 4.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1 focused on external dataset manipulation and visualization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2 focused on creating, analyzing, and visualizing a custom dataset.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achievement: The project significantly boosted the group’s practical skills in MATLAB for engineering applications. 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06835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138</TotalTime>
  <Words>981</Words>
  <Application>Microsoft Office PowerPoint</Application>
  <PresentationFormat>Widescreen</PresentationFormat>
  <Paragraphs>141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Times New Roman</vt:lpstr>
      <vt:lpstr>Trebuchet MS</vt:lpstr>
      <vt:lpstr>Wingdings</vt:lpstr>
      <vt:lpstr>Wingdings 3</vt:lpstr>
      <vt:lpstr>Facet</vt:lpstr>
      <vt:lpstr>FACULTY OF ENGINEERING </vt:lpstr>
      <vt:lpstr>GROUP MEMBERS </vt:lpstr>
      <vt:lpstr>Introduction and project overview</vt:lpstr>
      <vt:lpstr>ASSIGNEMNT ONE-OBJECTIVES</vt:lpstr>
      <vt:lpstr>DATA ANAYSIS AND VISUALIZATION</vt:lpstr>
      <vt:lpstr>ASSIGNMENT 1- METHODOLOGY AND CODE SNAPSHOT (Part A).</vt:lpstr>
      <vt:lpstr>ASSIGNMENT 1- KEY VISUALIZATION PART(B)</vt:lpstr>
      <vt:lpstr>KEY VISUALIZATION PART(B) Pie chart showing alcohol consumption</vt:lpstr>
      <vt:lpstr> KEY VISUALIZATION PART(B) Diagram representation of the 3D scatter plots</vt:lpstr>
      <vt:lpstr>SAMPLE RESULTS (IMAGES)</vt:lpstr>
      <vt:lpstr>SAMPLE VISUALIZATIONS(IMAGES) </vt:lpstr>
      <vt:lpstr>ASSIGNMENT 2- OBJECTIVES</vt:lpstr>
      <vt:lpstr>ASSIGNMENT 2-METHODOLOGY AND CODE SNAPSHOT</vt:lpstr>
      <vt:lpstr>VISUALIZATION CREATED (PART B)</vt:lpstr>
      <vt:lpstr>VISUALIZATION CREATED Correlation Heatmap representation</vt:lpstr>
      <vt:lpstr>SAMPLE RESULTS (charts)</vt:lpstr>
      <vt:lpstr>SAMPLE RESULTS (charts)</vt:lpstr>
      <vt:lpstr>CHALLENGES SND LESSONS LEARNED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ENOCK</dc:creator>
  <cp:lastModifiedBy>hp</cp:lastModifiedBy>
  <cp:revision>23</cp:revision>
  <dcterms:created xsi:type="dcterms:W3CDTF">2025-09-22T13:32:46Z</dcterms:created>
  <dcterms:modified xsi:type="dcterms:W3CDTF">2025-09-23T11:42:57Z</dcterms:modified>
</cp:coreProperties>
</file>